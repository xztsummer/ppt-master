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12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slideMaster" Target="slideMasters/slideMaster2.xml"/>
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1047877f5c4e399.png"/>
  <Relationship Id="rId3" Type="http://schemas.openxmlformats.org/officeDocument/2006/relationships/image" Target="../media/image_0b7b144af6e64cd4.pn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2.xml"/>  <Relationship Id="rId2" Type="http://schemas.openxmlformats.org/officeDocument/2006/relationships/image" Target="../media/image_3511a5531752b6a1.png"/>
  <Relationship Id="rId3" Type="http://schemas.openxmlformats.org/officeDocument/2006/relationships/image" Target="../media/image_c6fa728138859012.pn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050779e1060a04f9.png"/>
  <Relationship Id="rId3" Type="http://schemas.openxmlformats.org/officeDocument/2006/relationships/image" Target="../media/image_efa76d3e98acaaf8.png"/>
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2.xml"/>  <Relationship Id="rId2" Type="http://schemas.openxmlformats.org/officeDocument/2006/relationships/image" Target="../media/image_c6fa728138859012.png"/>
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a3139547ff5d6bbb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-主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llustration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262" y="1044607"/>
            <a:ext cx="6668738" cy="4881277"/>
          </a:xfrm>
          <a:prstGeom prst="rect">
            <a:avLst/>
          </a:prstGeom>
        </p:spPr>
      </p:pic>
      <p:pic>
        <p:nvPicPr>
          <p:cNvPr id="3" name="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8" y="596932"/>
            <a:ext cx="3027045" cy="667988"/>
          </a:xfrm>
          <a:prstGeom prst="rect">
            <a:avLst/>
          </a:prstGeom>
        </p:spPr>
      </p:pic>
      <p:sp>
        <p:nvSpPr>
          <p:cNvPr id="4" name="cover-title-slot Placeholder"/>
          <p:cNvSpPr>
            <a:spLocks noGrp="1"/>
          </p:cNvSpPr>
          <p:nvPr>
            <p:ph type="title"/>
          </p:nvPr>
        </p:nvSpPr>
        <p:spPr>
          <a:xfrm>
            <a:off x="695325" y="2009775"/>
            <a:ext cx="8258175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6000"/>
            </a:lvl1pPr>
          </a:lstStyle>
          <a:p>
            <a:pPr algn="l"/>
            <a:r>
              <a:rPr lang="en-US" sz="6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695325" y="3228975"/>
            <a:ext cx="82581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000"/>
            </a:lvl1pPr>
          </a:lstStyle>
          <a:p>
            <a:pPr algn="l" marL="0" indent="0">
              <a:buNone/>
            </a:pPr>
            <a:r>
              <a:rPr lang="en-US" sz="4000" dirty="0">
                <a:solidFill>
                  <a:srgbClr val="FFFFFF">
                    <a:alphaMod val="90000"/>
                  </a:srgbClr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ver-author-slot Placeholder"/>
          <p:cNvSpPr>
            <a:spLocks noGrp="1"/>
          </p:cNvSpPr>
          <p:nvPr>
            <p:ph type="body" idx="2"/>
          </p:nvPr>
        </p:nvSpPr>
        <p:spPr>
          <a:xfrm>
            <a:off x="695325" y="5095875"/>
            <a:ext cx="82581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00"/>
            </a:lvl1pPr>
          </a:lstStyle>
          <a:p>
            <a:pPr algn="l" marL="0" indent="0">
              <a:buNone/>
            </a:pPr>
            <a:r>
              <a:rPr lang="en-US" sz="2000" dirty="0">
                <a:solidFill>
                  <a:srgbClr val="FFFFFF">
                    <a:alphaMod val="90000"/>
                  </a:srgbClr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over-date-slot Placeholder"/>
          <p:cNvSpPr>
            <a:spLocks noGrp="1"/>
          </p:cNvSpPr>
          <p:nvPr>
            <p:ph type="dt" idx="3"/>
          </p:nvPr>
        </p:nvSpPr>
        <p:spPr>
          <a:xfrm>
            <a:off x="695325" y="5438775"/>
            <a:ext cx="82581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000"/>
            </a:lvl1pPr>
          </a:lstStyle>
          <a:p>
            <a:pPr algn="l"/>
            <a:fld id="{B4DD6A4B-BE6C-4D01-BCA4-8268A7A9FD10}" type="datetimeFigureOut">
              <a:rPr lang="en-US" sz="2000" dirty="0">
                <a:solidFill>
                  <a:srgbClr val="FFFFFF">
                    <a:alphaMod val="90000"/>
                  </a:srgbClr>
                </a:solidFill>
                <a:latin typeface="Arial"/>
                <a:ea typeface="Arial"/>
                <a:cs typeface="Arial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826005727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oc-side-panel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77913" cy="6859238"/>
          </a:xfrm>
          <a:prstGeom prst="rect">
            <a:avLst/>
          </a:prstGeom>
        </p:spPr>
      </p:pic>
      <p:pic>
        <p:nvPicPr>
          <p:cNvPr id="3" name="toc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297" y="290036"/>
            <a:ext cx="1918335" cy="423196"/>
          </a:xfrm>
          <a:prstGeom prst="rect">
            <a:avLst/>
          </a:prstGeom>
        </p:spPr>
      </p:pic>
      <p:sp>
        <p:nvSpPr>
          <p:cNvPr id="4" name="toc-heading Layout"/>
          <p:cNvSpPr txBox="1"/>
          <p:nvPr/>
        </p:nvSpPr>
        <p:spPr>
          <a:xfrm>
            <a:off x="721328" y="2692427"/>
            <a:ext cx="2786177" cy="781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5" name="toc-heading-rule Layout"/>
          <p:cNvSpPr/>
          <p:nvPr/>
        </p:nvSpPr>
        <p:spPr>
          <a:xfrm>
            <a:off x="740378" y="3352800"/>
            <a:ext cx="2412016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" name="toc-item-number-1 Layout"/>
          <p:cNvSpPr txBox="1"/>
          <p:nvPr/>
        </p:nvSpPr>
        <p:spPr>
          <a:xfrm>
            <a:off x="4509230" y="179260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oc-item-number-2 Layout"/>
          <p:cNvSpPr txBox="1"/>
          <p:nvPr/>
        </p:nvSpPr>
        <p:spPr>
          <a:xfrm>
            <a:off x="4509230" y="28022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oc-item-number-3 Layout"/>
          <p:cNvSpPr txBox="1"/>
          <p:nvPr/>
        </p:nvSpPr>
        <p:spPr>
          <a:xfrm>
            <a:off x="4509230" y="381190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oc-item-number-4 Layout"/>
          <p:cNvSpPr txBox="1"/>
          <p:nvPr/>
        </p:nvSpPr>
        <p:spPr>
          <a:xfrm>
            <a:off x="4509230" y="4821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toc-item-1-slot Placeholder"/>
          <p:cNvSpPr>
            <a:spLocks noGrp="1"/>
          </p:cNvSpPr>
          <p:nvPr>
            <p:ph type="body" idx="1"/>
          </p:nvPr>
        </p:nvSpPr>
        <p:spPr>
          <a:xfrm>
            <a:off x="5086350" y="160020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toc-item-2-slot Placeholder"/>
          <p:cNvSpPr>
            <a:spLocks noGrp="1"/>
          </p:cNvSpPr>
          <p:nvPr>
            <p:ph type="body" idx="2"/>
          </p:nvPr>
        </p:nvSpPr>
        <p:spPr>
          <a:xfrm>
            <a:off x="5086350" y="260985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toc-item-3-slot Placeholder"/>
          <p:cNvSpPr>
            <a:spLocks noGrp="1"/>
          </p:cNvSpPr>
          <p:nvPr>
            <p:ph type="body" idx="3"/>
          </p:nvPr>
        </p:nvSpPr>
        <p:spPr>
          <a:xfrm>
            <a:off x="5086350" y="361950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toc-item-4-slot Placeholder"/>
          <p:cNvSpPr>
            <a:spLocks noGrp="1"/>
          </p:cNvSpPr>
          <p:nvPr>
            <p:ph type="body" idx="4"/>
          </p:nvPr>
        </p:nvSpPr>
        <p:spPr>
          <a:xfrm>
            <a:off x="5086350" y="462915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toc-slide-number-slot Placeholder"/>
          <p:cNvSpPr>
            <a:spLocks noGrp="1"/>
          </p:cNvSpPr>
          <p:nvPr>
            <p:ph type="sldNum" idx="5"/>
          </p:nvPr>
        </p:nvSpPr>
        <p:spPr>
          <a:xfrm>
            <a:off x="11563350" y="6496050"/>
            <a:ext cx="457200" cy="261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100"/>
            </a:lvl1pPr>
          </a:lstStyle>
          <a:p>
            <a:pPr algn="r"/>
            <a:fld id="{59FD5317-EE14-4AC5-907C-C290AAE42722}" type="slidenum">
              <a:rPr lang="en-US" sz="1100" dirty="0">
                <a:solidFill>
                  <a:srgbClr val="C2C2C2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9061419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pter-bg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hapt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297" y="290894"/>
            <a:ext cx="1918144" cy="423196"/>
          </a:xfrm>
          <a:prstGeom prst="rect">
            <a:avLst/>
          </a:prstGeom>
        </p:spPr>
      </p:pic>
      <p:sp>
        <p:nvSpPr>
          <p:cNvPr id="4" name="chapter-divider Layout"/>
          <p:cNvSpPr/>
          <p:nvPr/>
        </p:nvSpPr>
        <p:spPr>
          <a:xfrm>
            <a:off x="2627281" y="2640330"/>
            <a:ext cx="9525" cy="1081754"/>
          </a:xfrm>
          <a:custGeom>
            <a:avLst/>
            <a:gdLst/>
            <a:ahLst/>
            <a:cxnLst/>
            <a:rect l="l" t="t" r="r" b="b"/>
            <a:pathLst>
              <a:path w="9525" h="1081754">
                <a:moveTo>
                  <a:pt x="0" y="0"/>
                </a:moveTo>
                <a:lnTo>
                  <a:pt x="0" y="1081754"/>
                </a:lnTo>
              </a:path>
            </a:pathLst>
          </a:custGeom>
          <a:noFill/>
          <a:ln w="12668">
            <a:solidFill>
              <a:srgbClr val="FFFFFF"/>
            </a:solidFill>
          </a:ln>
        </p:spPr>
      </p:sp>
      <p:sp>
        <p:nvSpPr>
          <p:cNvPr id="5" name="chapter-number-slot Placeholder"/>
          <p:cNvSpPr>
            <a:spLocks noGrp="1"/>
          </p:cNvSpPr>
          <p:nvPr>
            <p:ph type="body" idx="1"/>
          </p:nvPr>
        </p:nvSpPr>
        <p:spPr>
          <a:xfrm>
            <a:off x="714375" y="2457450"/>
            <a:ext cx="1666875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800"/>
            </a:lvl1pPr>
          </a:lstStyle>
          <a:p>
            <a:pPr algn="r"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chapter-title-slot Placeholder"/>
          <p:cNvSpPr>
            <a:spLocks noGrp="1"/>
          </p:cNvSpPr>
          <p:nvPr>
            <p:ph type="title"/>
          </p:nvPr>
        </p:nvSpPr>
        <p:spPr>
          <a:xfrm>
            <a:off x="3067050" y="2524125"/>
            <a:ext cx="6296025" cy="1323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00"/>
            </a:lvl1pPr>
          </a:lstStyle>
          <a:p>
            <a:pPr algn="l"/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3047283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内容页-浅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title-accent Layout"/>
          <p:cNvSpPr/>
          <p:nvPr/>
        </p:nvSpPr>
        <p:spPr>
          <a:xfrm>
            <a:off x="0" y="361950"/>
            <a:ext cx="309848" cy="323850"/>
          </a:xfrm>
          <a:prstGeom prst="rect">
            <a:avLst/>
          </a:prstGeom>
          <a:solidFill>
            <a:srgbClr val="0058FF"/>
          </a:solidFill>
          <a:ln>
            <a:noFill/>
          </a:ln>
        </p:spPr>
      </p:sp>
      <p:pic>
        <p:nvPicPr>
          <p:cNvPr id="3" name="content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297" y="290036"/>
            <a:ext cx="1918335" cy="423196"/>
          </a:xfrm>
          <a:prstGeom prst="rect">
            <a:avLst/>
          </a:prstGeom>
        </p:spPr>
      </p:pic>
      <p:sp>
        <p:nvSpPr>
          <p:cNvPr id="4" name="content-title-slot Placeholder"/>
          <p:cNvSpPr>
            <a:spLocks noGrp="1"/>
          </p:cNvSpPr>
          <p:nvPr>
            <p:ph type="title"/>
          </p:nvPr>
        </p:nvSpPr>
        <p:spPr>
          <a:xfrm>
            <a:off x="400050" y="285750"/>
            <a:ext cx="92868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b="1" dirty="0">
                <a:solidFill>
                  <a:srgbClr val="0058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content-subtitle-slot Placeholder"/>
          <p:cNvSpPr>
            <a:spLocks noGrp="1"/>
          </p:cNvSpPr>
          <p:nvPr>
            <p:ph type="body" idx="1"/>
          </p:nvPr>
        </p:nvSpPr>
        <p:spPr>
          <a:xfrm>
            <a:off x="400050" y="752475"/>
            <a:ext cx="113823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00"/>
            </a:lvl1pPr>
          </a:lstStyle>
          <a:p>
            <a:pPr algn="l" marL="0" indent="0">
              <a:buNone/>
            </a:pPr>
            <a:r>
              <a:rPr lang="en-US" sz="1600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content-object-slot Placeholder"/>
          <p:cNvSpPr>
            <a:spLocks noGrp="1"/>
          </p:cNvSpPr>
          <p:nvPr>
            <p:ph type="obj" idx="2"/>
          </p:nvPr>
        </p:nvSpPr>
        <p:spPr>
          <a:xfrm>
            <a:off x="400050" y="1714500"/>
            <a:ext cx="113919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C2C2C2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7" name="content-slide-number-slot Placeholder"/>
          <p:cNvSpPr>
            <a:spLocks noGrp="1"/>
          </p:cNvSpPr>
          <p:nvPr>
            <p:ph type="sldNum" idx="3"/>
          </p:nvPr>
        </p:nvSpPr>
        <p:spPr>
          <a:xfrm>
            <a:off x="11563350" y="6496050"/>
            <a:ext cx="457200" cy="261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100"/>
            </a:lvl1pPr>
          </a:lstStyle>
          <a:p>
            <a:pPr algn="r"/>
            <a:fld id="{5E367AAC-C2F6-497C-979F-5E00A15E9899}" type="slidenum">
              <a:rPr lang="en-US" sz="1100" dirty="0">
                <a:solidFill>
                  <a:srgbClr val="C2C2C2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065186826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261" y="5009102"/>
            <a:ext cx="2677478" cy="590740"/>
          </a:xfrm>
          <a:prstGeom prst="rect">
            <a:avLst/>
          </a:prstGeom>
        </p:spPr>
      </p:pic>
      <p:sp>
        <p:nvSpPr>
          <p:cNvPr id="3" name="ending-title-slot Placeholder"/>
          <p:cNvSpPr>
            <a:spLocks noGrp="1"/>
          </p:cNvSpPr>
          <p:nvPr>
            <p:ph type="title"/>
          </p:nvPr>
        </p:nvSpPr>
        <p:spPr>
          <a:xfrm>
            <a:off x="1819275" y="2524125"/>
            <a:ext cx="8543925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7200"/>
            </a:lvl1pPr>
          </a:lstStyle>
          <a:p>
            <a:pPr algn="ctr"/>
            <a:r>
              <a:rPr lang="en-US" sz="7200" b="1" spc="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ending-contact-slot Placeholder"/>
          <p:cNvSpPr>
            <a:spLocks noGrp="1"/>
          </p:cNvSpPr>
          <p:nvPr>
            <p:ph type="body" idx="1"/>
          </p:nvPr>
        </p:nvSpPr>
        <p:spPr>
          <a:xfrm>
            <a:off x="3238500" y="58293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dirty="0">
                <a:solidFill>
                  <a:srgbClr val="FFFFFF">
                    <a:alphaMod val="70000"/>
                  </a:srgbClr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46541958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5ab6d2076446ff09.png"/>
  <Relationship Id="rId14" Type="http://schemas.openxmlformats.org/officeDocument/2006/relationships/slideLayout" Target="../slideLayouts/slideLayout12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6.xml"/>
</Relationships>
</file>

<file path=ppt/slideMasters/_rels/slideMaster2.xml.rels><?xml version='1.0' encoding='UTF-8' standalone='yes'?>
<Relationships xmlns="http://schemas.openxmlformats.org/package/2006/relationships"><Relationship Id="rId12" Type="http://schemas.openxmlformats.org/officeDocument/2006/relationships/theme" Target="../theme/theme2.xml"/>  <Relationship Id="rId13" Type="http://schemas.openxmlformats.org/officeDocument/2006/relationships/slideLayout" Target="../slideLayouts/slideLayout13.xml"/>
  <Relationship Id="rId14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中国电子云品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c-master-bg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2" r:id="rId15"/>
    <p:sldLayoutId id="2147483664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中国电子云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67835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3"/>
    <p:sldLayoutId id="214748366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5ab6d2076446ff09.png"/>
  <Relationship Id="rId3" Type="http://schemas.openxmlformats.org/officeDocument/2006/relationships/image" Target="../media/image_31047877f5c4e399.png"/>
  <Relationship Id="rId4" Type="http://schemas.openxmlformats.org/officeDocument/2006/relationships/image" Target="../media/image_0b7b144af6e64cd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3511a5531752b6a1.png"/>
  <Relationship Id="rId3" Type="http://schemas.openxmlformats.org/officeDocument/2006/relationships/image" Target="../media/image_c6fa728138859012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5ab6d2076446ff09.png"/>
  <Relationship Id="rId3" Type="http://schemas.openxmlformats.org/officeDocument/2006/relationships/image" Target="../media/image_050779e1060a04f9.png"/>
  <Relationship Id="rId4" Type="http://schemas.openxmlformats.org/officeDocument/2006/relationships/image" Target="../media/image_efa76d3e98acaaf8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c6fa728138859012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5ab6d2076446ff09.png"/>
  <Relationship Id="rId3" Type="http://schemas.openxmlformats.org/officeDocument/2006/relationships/image" Target="../media/image_a3139547ff5d6bbb.png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-title-slot Placeholder Carrier"/>
          <p:cNvSpPr txBox="1"/>
          <p:nvPr>
            <p:ph type="title"/>
          </p:nvPr>
        </p:nvSpPr>
        <p:spPr>
          <a:xfrm>
            <a:off x="695325" y="2009775"/>
            <a:ext cx="8258175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6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6" name="cover-subtitle-slot Placeholder Carrier"/>
          <p:cNvSpPr txBox="1"/>
          <p:nvPr>
            <p:ph type="subTitle" idx="1"/>
          </p:nvPr>
        </p:nvSpPr>
        <p:spPr>
          <a:xfrm>
            <a:off x="695325" y="3228975"/>
            <a:ext cx="82581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4000" dirty="0">
                <a:solidFill>
                  <a:srgbClr val="FFFFFF">
                    <a:alphaMod val="90000"/>
                  </a:srgbClr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cover-author-slot Placeholder Carrier"/>
          <p:cNvSpPr txBox="1"/>
          <p:nvPr>
            <p:ph type="body" idx="2"/>
          </p:nvPr>
        </p:nvSpPr>
        <p:spPr>
          <a:xfrm>
            <a:off x="695325" y="5095875"/>
            <a:ext cx="82581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000" dirty="0">
                <a:solidFill>
                  <a:srgbClr val="FFFFFF">
                    <a:alphaMod val="90000"/>
                  </a:srgbClr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cover-date-slot Placeholder Carrier"/>
          <p:cNvSpPr txBox="1"/>
          <p:nvPr>
            <p:ph type="dt" idx="3"/>
          </p:nvPr>
        </p:nvSpPr>
        <p:spPr>
          <a:xfrm>
            <a:off x="695325" y="5438775"/>
            <a:ext cx="82581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000" dirty="0">
                <a:solidFill>
                  <a:srgbClr val="FFFFFF">
                    <a:alphaMod val="90000"/>
                  </a:srgbClr>
                </a:solidFill>
                <a:latin typeface="Arial"/>
                <a:ea typeface="Arial"/>
                <a:cs typeface="Arial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c-item-1-slot Placeholder Carrier"/>
          <p:cNvSpPr txBox="1"/>
          <p:nvPr>
            <p:ph type="body" idx="1"/>
          </p:nvPr>
        </p:nvSpPr>
        <p:spPr>
          <a:xfrm>
            <a:off x="5086350" y="160020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Toc Item 1 Title</a:t>
            </a:r>
          </a:p>
        </p:txBody>
      </p:sp>
      <p:sp>
        <p:nvSpPr>
          <p:cNvPr id="12" name="toc-item-2-slot Placeholder Carrier"/>
          <p:cNvSpPr txBox="1"/>
          <p:nvPr>
            <p:ph type="body" idx="2"/>
          </p:nvPr>
        </p:nvSpPr>
        <p:spPr>
          <a:xfrm>
            <a:off x="5086350" y="260985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Toc Item 2 Title</a:t>
            </a:r>
          </a:p>
        </p:txBody>
      </p:sp>
      <p:sp>
        <p:nvSpPr>
          <p:cNvPr id="13" name="toc-item-3-slot Placeholder Carrier"/>
          <p:cNvSpPr txBox="1"/>
          <p:nvPr>
            <p:ph type="body" idx="3"/>
          </p:nvPr>
        </p:nvSpPr>
        <p:spPr>
          <a:xfrm>
            <a:off x="5086350" y="361950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Toc Item 3 Title</a:t>
            </a:r>
          </a:p>
        </p:txBody>
      </p:sp>
      <p:sp>
        <p:nvSpPr>
          <p:cNvPr id="14" name="toc-item-4-slot Placeholder Carrier"/>
          <p:cNvSpPr txBox="1"/>
          <p:nvPr>
            <p:ph type="body" idx="4"/>
          </p:nvPr>
        </p:nvSpPr>
        <p:spPr>
          <a:xfrm>
            <a:off x="5086350" y="4629150"/>
            <a:ext cx="3657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Arial"/>
                <a:ea typeface="Arial"/>
                <a:cs typeface="Arial"/>
              </a:rPr>
              <a:t>Toc Item 4 Title</a:t>
            </a:r>
          </a:p>
        </p:txBody>
      </p:sp>
      <p:sp>
        <p:nvSpPr>
          <p:cNvPr id="15" name="toc-slide-number-slot Placeholder Carrier"/>
          <p:cNvSpPr txBox="1"/>
          <p:nvPr>
            <p:ph type="sldNum" idx="5"/>
          </p:nvPr>
        </p:nvSpPr>
        <p:spPr>
          <a:xfrm>
            <a:off x="11563350" y="6496050"/>
            <a:ext cx="457200" cy="261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100" dirty="0">
                <a:solidFill>
                  <a:srgbClr val="C2C2C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-number-slot Placeholder Carrier"/>
          <p:cNvSpPr txBox="1"/>
          <p:nvPr>
            <p:ph type="body" idx="1"/>
          </p:nvPr>
        </p:nvSpPr>
        <p:spPr>
          <a:xfrm>
            <a:off x="714375" y="2457450"/>
            <a:ext cx="1666875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chapter-title-slot Placeholder Carrier"/>
          <p:cNvSpPr txBox="1"/>
          <p:nvPr>
            <p:ph type="title"/>
          </p:nvPr>
        </p:nvSpPr>
        <p:spPr>
          <a:xfrm>
            <a:off x="3067050" y="2524125"/>
            <a:ext cx="6296025" cy="1323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-title-slot Placeholder Carrier"/>
          <p:cNvSpPr txBox="1"/>
          <p:nvPr>
            <p:ph type="title"/>
          </p:nvPr>
        </p:nvSpPr>
        <p:spPr>
          <a:xfrm>
            <a:off x="400050" y="285750"/>
            <a:ext cx="92868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058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content-subtitle-slot Placeholder Carrier"/>
          <p:cNvSpPr txBox="1"/>
          <p:nvPr>
            <p:ph type="body" idx="1"/>
          </p:nvPr>
        </p:nvSpPr>
        <p:spPr>
          <a:xfrm>
            <a:off x="400050" y="752475"/>
            <a:ext cx="113823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00" dirty="0">
                <a:solidFill>
                  <a:srgbClr val="090909"/>
                </a:solidFill>
                <a:latin typeface="Arial"/>
                <a:ea typeface="Arial"/>
                <a:cs typeface="Arial"/>
              </a:rPr>
              <a:t>Page Subtitle</a:t>
            </a:r>
          </a:p>
        </p:txBody>
      </p:sp>
      <p:sp>
        <p:nvSpPr>
          <p:cNvPr id="7" name="content-object-slot Placeholder Carrier"/>
          <p:cNvSpPr txBox="1"/>
          <p:nvPr>
            <p:ph idx="2"/>
          </p:nvPr>
        </p:nvSpPr>
        <p:spPr>
          <a:xfrm>
            <a:off x="400050" y="1714500"/>
            <a:ext cx="113919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C2C2C2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8" name="content-slide-number-slot Placeholder Carrier"/>
          <p:cNvSpPr txBox="1"/>
          <p:nvPr>
            <p:ph type="sldNum" idx="3"/>
          </p:nvPr>
        </p:nvSpPr>
        <p:spPr>
          <a:xfrm>
            <a:off x="11563350" y="6496050"/>
            <a:ext cx="457200" cy="2619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100" dirty="0">
                <a:solidFill>
                  <a:srgbClr val="C2C2C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ding-title-slot Placeholder Carrier"/>
          <p:cNvSpPr txBox="1"/>
          <p:nvPr>
            <p:ph type="title"/>
          </p:nvPr>
        </p:nvSpPr>
        <p:spPr>
          <a:xfrm>
            <a:off x="1819275" y="2524125"/>
            <a:ext cx="8543925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7200" b="1" spc="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ending-contact-slot Placeholder Carrier"/>
          <p:cNvSpPr txBox="1"/>
          <p:nvPr>
            <p:ph type="body" idx="1"/>
          </p:nvPr>
        </p:nvSpPr>
        <p:spPr>
          <a:xfrm>
            <a:off x="3238500" y="58293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500" dirty="0">
                <a:solidFill>
                  <a:srgbClr val="FFFFFF">
                    <a:alphaMod val="70000"/>
                  </a:srgbClr>
                </a:solidFill>
                <a:latin typeface="Arial"/>
                <a:ea typeface="Arial"/>
                <a:cs typeface="Arial"/>
              </a:rPr>
              <a:t>Contact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中国电子云内容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2026-08-31T02:23:39Z</dcterms:created>
  <dcterms:modified xsi:type="dcterms:W3CDTF">2026-08-31T02:23:39Z</dcterms:modified>
  <cp:category/>
  <cp:contentStatus/>
</cp:coreProperties>
</file>